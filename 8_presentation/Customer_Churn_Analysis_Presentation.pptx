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0613-93B1-2835-3DBB-FF03373A7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EF7CB-4C02-E671-A915-F4CDD3456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4B21D-4649-A8E4-F68A-5BBCF9D2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4B239-BA41-B806-8429-FD170F6F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7D012-465B-7F66-A0B7-DF399C0A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553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C7B9-39F4-D4A5-7FB1-AB2CFEFE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C86F-5E97-56A3-D94C-6A8E206A2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6EF5C-A9D6-BD55-11EC-B42A42B4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4EBC1-C773-D52E-9F67-6405DD2C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5D2B2-ABEE-B274-8DD7-92F4AAEA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651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1D51-8AD2-9E5D-9D1E-A5D389AB2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A768B-EAC9-B64A-6C2F-FFA929A4F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50CE-CA0E-44E4-56B9-AF960349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AC5C2-F5FA-7BE1-99C7-491B0DBD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4B27E-049E-3030-998E-EDEA2EA6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3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7C36-BF37-5CFE-1649-D6B2674A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540A2-DCCF-F4BA-435D-F890308CA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736AF-FFA5-6467-2DA1-D3FA553A0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A2210-E9C2-5438-5C8C-69448416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385EC-8441-68DB-681C-24DA4164A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22C22-3054-591B-3731-87EE517D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69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3B85-2D63-865D-0D0A-7435B14B6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381FE-5AA3-75A5-7618-65120C3C4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BA30B-25E9-413A-708E-0862EE525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C8E45-098A-4561-3EB5-9D47B05BE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6C0CA-2FA5-22DE-C3E8-BF2136B9E6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F14A-25B8-2317-89C5-EB9D5FA8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B7B48B-E0F7-7F89-CC8F-A46EE8071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18ABBE-A9BD-F3EF-511C-ACBB79700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14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76BD-6880-F4D7-8F69-67221E5DD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5CFDC-213B-C4AF-6F15-C3822418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E5CE9-3EC0-33C4-EDC9-52B7FE26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0A2FB-D00C-DB41-D6BF-D50C7CEF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13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5AEEB0-0117-E6F7-1B72-15445DB9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5CE42-4107-FCA6-D33D-0BB1CED2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29C2B-B2E9-0E95-C3B6-EBC83DC9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85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1F86-34E0-ED50-8F40-F173683C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2766C-906E-588A-2F31-B8FD8A78C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0C029-13A6-FAB7-ED5C-6E4D7862C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85913-95C6-90A3-9F54-FC9BC55FA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DA927-F946-9451-797E-54BBA2CFE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51111-C16C-B6FD-7474-405A2B0A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75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902A-4776-7C96-94C8-199C06A0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BC8CE-4D51-0A44-7897-322A37374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3ECFB-4D44-9EA7-6645-CD2006E1E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C20D2-0A9A-F106-FBA7-9301B3E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BE023-D97C-633A-A99C-DB58F1D4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2D1D8-8C02-298F-34FC-B2F0BF43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067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4999-2D58-8D27-92F2-BAFBD8D78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9A962-CB04-0746-CA12-152975005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E6D42-2BAA-468A-AABC-289B2CFC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7D9EE-F556-48AB-A705-5C585B675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A8DF3-F4EC-1EE7-921F-1E09AFF4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878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D2315-3EF4-FB2C-0750-9711D9866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B1190-4E7C-D03C-5D34-5C2E094F2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E0D1D-69C2-0510-6E87-9C529946C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16E36-57D1-55CC-2362-63EC98AE1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B576C-0DC8-558E-E4A1-472EC54B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168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6AD1C-71BD-C36F-7A8D-D4DB1E5D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5A67D-DBC3-335F-E167-DF3B5A33B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0E01C-6F73-8393-FA18-CA5A748E5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A864A-5457-49AB-BB93-0E4034628C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931BD-EFD3-611B-2D60-F528453F4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13FF0-C0EC-9BA9-02AE-76A9BF4BB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01A40-84A2-4E60-9359-581B694BA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71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E6BDD0-6427-A657-8284-C0D176C45723}"/>
              </a:ext>
            </a:extLst>
          </p:cNvPr>
          <p:cNvSpPr txBox="1"/>
          <p:nvPr/>
        </p:nvSpPr>
        <p:spPr>
          <a:xfrm>
            <a:off x="2985247" y="2705725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/>
              <a:t>Customer Churn Analysis Presentation</a:t>
            </a:r>
          </a:p>
        </p:txBody>
      </p:sp>
    </p:spTree>
    <p:extLst>
      <p:ext uri="{BB962C8B-B14F-4D97-AF65-F5344CB8AC3E}">
        <p14:creationId xmlns:p14="http://schemas.microsoft.com/office/powerpoint/2010/main" val="523554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Prafull Wahatule</dc:creator>
  <cp:lastModifiedBy>Prafull Wahatule</cp:lastModifiedBy>
  <cp:revision>2</cp:revision>
  <dcterms:created xsi:type="dcterms:W3CDTF">2026-01-18T05:17:36Z</dcterms:created>
  <dcterms:modified xsi:type="dcterms:W3CDTF">2026-01-18T05:19:07Z</dcterms:modified>
</cp:coreProperties>
</file>